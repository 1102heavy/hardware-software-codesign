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fed849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fed849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fed849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6fed849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6fed8492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6fed8492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6fed8492c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6fed8492c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6fed8492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6fed8492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09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Architecture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7700"/>
            <a:ext cx="4534624" cy="3311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625" y="1057700"/>
            <a:ext cx="4609373" cy="312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0" y="-5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Optimisation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5" y="797725"/>
            <a:ext cx="4436275" cy="188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5925" y="797725"/>
            <a:ext cx="4538700" cy="188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12" y="3162350"/>
            <a:ext cx="4538700" cy="13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5226" y="3001075"/>
            <a:ext cx="2305750" cy="81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5857" y="3817050"/>
            <a:ext cx="2124493" cy="7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0975" y="3447500"/>
            <a:ext cx="1996101" cy="10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68425" y="3992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FSM Latency Shortening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72000" y="3992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BRAM Optimisation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572000" y="2687075"/>
            <a:ext cx="38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Bit Reversal optimisation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HLS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1870200" y="162050"/>
            <a:ext cx="554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Double buffering to hit II=1 for pipelining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Dependence Pragma assures vitis there is no conflict with reading and writing the data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200" y="1327700"/>
            <a:ext cx="3627113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326" y="1329701"/>
            <a:ext cx="3627125" cy="368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HLS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300" y="120300"/>
            <a:ext cx="6934701" cy="20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311700" y="1073550"/>
            <a:ext cx="16479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Unable to hit II=1 Pipelining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11700" y="3265238"/>
            <a:ext cx="16479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V2 can hit II=1 Pipelining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300" y="2169450"/>
            <a:ext cx="6502296" cy="29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vs HLS vs Software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675" y="1519650"/>
            <a:ext cx="6996650" cy="26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